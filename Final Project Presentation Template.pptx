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59" r:id="rId4"/>
    <p:sldId id="268" r:id="rId5"/>
    <p:sldId id="260" r:id="rId6"/>
    <p:sldId id="261" r:id="rId7"/>
    <p:sldId id="262" r:id="rId8"/>
    <p:sldId id="266" r:id="rId9"/>
    <p:sldId id="263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b29caa05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b29caa05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b29caa05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0b29caa05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b29caa05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0b29caa05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0b29caa05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0b29caa05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b29caa05f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b29caa05f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2204f834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2204f834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30901" y="781525"/>
            <a:ext cx="78822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 sz="4400" dirty="0"/>
              <a:t>Neural Networks Q&amp;A Chatbot</a:t>
            </a:r>
            <a:br>
              <a:rPr lang="en-US" sz="4400" dirty="0"/>
            </a:br>
            <a:br>
              <a:rPr lang="en-US" sz="4400" b="1" dirty="0"/>
            </a:br>
            <a:r>
              <a:rPr lang="en" dirty="0"/>
              <a:t>	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Sohail Hiraj</a:t>
            </a:r>
            <a:endParaRPr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2563800" y="4494625"/>
            <a:ext cx="40164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7 minutes + 2 for the demo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DE" dirty="0" err="1"/>
              <a:t>Pinecone</a:t>
            </a:r>
            <a:r>
              <a:rPr lang="de-DE" dirty="0"/>
              <a:t> Vector Store</a:t>
            </a:r>
          </a:p>
          <a:p>
            <a:r>
              <a:rPr lang="de-DE" dirty="0"/>
              <a:t>OpenAI LLM Model = gpt-4o-mini</a:t>
            </a:r>
          </a:p>
          <a:p>
            <a:r>
              <a:rPr lang="de-DE" dirty="0" err="1"/>
              <a:t>Ragas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evaluation</a:t>
            </a:r>
            <a:endParaRPr lang="de-DE" dirty="0"/>
          </a:p>
          <a:p>
            <a:r>
              <a:rPr lang="de-DE" dirty="0" err="1"/>
              <a:t>LangGraph</a:t>
            </a:r>
            <a:r>
              <a:rPr lang="de-DE" dirty="0"/>
              <a:t> Agent</a:t>
            </a:r>
          </a:p>
          <a:p>
            <a:r>
              <a:rPr lang="de-DE" dirty="0" err="1"/>
              <a:t>Langsmith</a:t>
            </a:r>
            <a:r>
              <a:rPr lang="de-DE" dirty="0"/>
              <a:t> Tracing</a:t>
            </a:r>
          </a:p>
          <a:p>
            <a:r>
              <a:rPr lang="de-DE" dirty="0" err="1"/>
              <a:t>Gradio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Deployment</a:t>
            </a:r>
            <a:r>
              <a:rPr lang="de-DE" dirty="0"/>
              <a:t> </a:t>
            </a:r>
          </a:p>
          <a:p>
            <a:endParaRPr lang="de-DE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de-DE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Technical Summary</a:t>
            </a:r>
            <a:endParaRPr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A1F621-A818-49D3-63F8-4E00227CC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463" y="37638"/>
            <a:ext cx="4906537" cy="56460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preprocessing</a:t>
            </a:r>
            <a:endParaRPr dirty="0"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DE" dirty="0" err="1"/>
              <a:t>youtube</a:t>
            </a:r>
            <a:r>
              <a:rPr lang="de-DE" dirty="0"/>
              <a:t> </a:t>
            </a:r>
            <a:r>
              <a:rPr lang="de-DE" dirty="0" err="1"/>
              <a:t>videos</a:t>
            </a:r>
            <a:r>
              <a:rPr lang="de-DE" dirty="0"/>
              <a:t> relevant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network</a:t>
            </a:r>
            <a:endParaRPr dirty="0"/>
          </a:p>
          <a:p>
            <a:pPr lvl="0"/>
            <a:r>
              <a:rPr lang="de-DE" dirty="0" err="1"/>
              <a:t>yt_dlp</a:t>
            </a:r>
            <a:r>
              <a:rPr lang="de-DE" dirty="0"/>
              <a:t> Library and </a:t>
            </a:r>
            <a:r>
              <a:rPr lang="de-DE" dirty="0" err="1"/>
              <a:t>WebVTT</a:t>
            </a:r>
            <a:endParaRPr lang="de-DE" dirty="0"/>
          </a:p>
          <a:p>
            <a:pPr lvl="0"/>
            <a:r>
              <a:rPr lang="de-DE" dirty="0" err="1"/>
              <a:t>Cleaning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subtitles</a:t>
            </a:r>
            <a:r>
              <a:rPr lang="de-DE" dirty="0"/>
              <a:t>, </a:t>
            </a:r>
            <a:r>
              <a:rPr lang="de-DE" dirty="0" err="1"/>
              <a:t>Removing</a:t>
            </a:r>
            <a:r>
              <a:rPr lang="de-DE" dirty="0"/>
              <a:t> </a:t>
            </a:r>
            <a:r>
              <a:rPr lang="de-DE" dirty="0" err="1"/>
              <a:t>noise</a:t>
            </a:r>
            <a:r>
              <a:rPr lang="de-DE" dirty="0"/>
              <a:t>, </a:t>
            </a:r>
            <a:r>
              <a:rPr lang="de-DE" dirty="0" err="1"/>
              <a:t>extras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duplicate</a:t>
            </a:r>
            <a:r>
              <a:rPr lang="de-DE" dirty="0"/>
              <a:t> </a:t>
            </a:r>
            <a:r>
              <a:rPr lang="de-DE" dirty="0" err="1"/>
              <a:t>sentences</a:t>
            </a:r>
            <a:endParaRPr dirty="0"/>
          </a:p>
          <a:p>
            <a:r>
              <a:rPr lang="de-DE" dirty="0" err="1"/>
              <a:t>RecursiveCharacterTextSplitter</a:t>
            </a:r>
            <a:endParaRPr lang="de-DE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1F4823-BB12-170C-51FA-622BAC81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Q&amp;A Agent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16A20C-8C1A-022F-7113-E17FD2654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General </a:t>
            </a:r>
            <a:r>
              <a:rPr lang="de-DE" dirty="0" err="1"/>
              <a:t>architecture</a:t>
            </a:r>
            <a:r>
              <a:rPr lang="de-DE" dirty="0"/>
              <a:t>                     </a:t>
            </a:r>
          </a:p>
          <a:p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E88D073-EFE0-5426-E314-58905CF4E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10" y="1545549"/>
            <a:ext cx="8697951" cy="325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798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Q&amp;A Agent </a:t>
            </a:r>
            <a:endParaRPr dirty="0"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 b="1" dirty="0">
                <a:solidFill>
                  <a:schemeClr val="tx1"/>
                </a:solidFill>
              </a:rPr>
              <a:t>Memory</a:t>
            </a:r>
          </a:p>
          <a:p>
            <a:pPr lvl="0"/>
            <a:r>
              <a:rPr lang="de-DE" sz="1600" dirty="0" err="1"/>
              <a:t>MemorySaver</a:t>
            </a:r>
            <a:r>
              <a:rPr lang="de-DE" sz="1600" dirty="0"/>
              <a:t> </a:t>
            </a:r>
          </a:p>
          <a:p>
            <a:pPr lvl="0"/>
            <a:r>
              <a:rPr lang="en-US" sz="1600" b="1" dirty="0" err="1"/>
              <a:t>MemorySaver</a:t>
            </a:r>
            <a:r>
              <a:rPr lang="en-US" sz="1600" dirty="0"/>
              <a:t> is a built-in </a:t>
            </a:r>
            <a:r>
              <a:rPr lang="en-US" sz="1600" dirty="0" err="1"/>
              <a:t>LangGraph</a:t>
            </a:r>
            <a:r>
              <a:rPr lang="en-US" sz="1600" dirty="0"/>
              <a:t> class that stores your entire conversation history </a:t>
            </a:r>
            <a:r>
              <a:rPr lang="en-US" sz="1600" b="1" dirty="0"/>
              <a:t>inside your computer's RAM</a:t>
            </a:r>
            <a:r>
              <a:rPr lang="en-US" sz="1600" dirty="0"/>
              <a:t> (memory) so the agent can remember previous messages</a:t>
            </a:r>
            <a:endParaRPr lang="de-DE" sz="1600" dirty="0"/>
          </a:p>
          <a:p>
            <a:pPr lvl="0">
              <a:buClr>
                <a:srgbClr val="38761D"/>
              </a:buClr>
            </a:pPr>
            <a:endParaRPr lang="de-DE" sz="1600" dirty="0"/>
          </a:p>
          <a:p>
            <a:r>
              <a:rPr lang="en-US" sz="2200" dirty="0" err="1"/>
              <a:t>prompttemplate</a:t>
            </a:r>
            <a:endParaRPr lang="en-US" sz="2200" dirty="0"/>
          </a:p>
          <a:p>
            <a:r>
              <a:rPr lang="en-US" sz="1700" dirty="0"/>
              <a:t>You are a helpful AI assistant that answers questions about neural networks "</a:t>
            </a:r>
          </a:p>
          <a:p>
            <a:r>
              <a:rPr lang="en-US" sz="1700" dirty="0"/>
              <a:t>using the </a:t>
            </a:r>
            <a:r>
              <a:rPr lang="en-US" sz="1700" dirty="0" err="1"/>
              <a:t>rag_search</a:t>
            </a:r>
            <a:r>
              <a:rPr lang="en-US" sz="1700" dirty="0"/>
              <a:t> tool. Always use the tool to find answers. "</a:t>
            </a:r>
          </a:p>
          <a:p>
            <a:r>
              <a:rPr lang="en-US" sz="1700" dirty="0"/>
              <a:t> Remember the conversation history and refer to previous answers when relevant.</a:t>
            </a:r>
          </a:p>
          <a:p>
            <a:endParaRPr lang="de-DE" dirty="0"/>
          </a:p>
          <a:p>
            <a:endParaRPr lang="fr-FR" dirty="0"/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lvl="0">
              <a:buClr>
                <a:srgbClr val="38761D"/>
              </a:buClr>
            </a:pPr>
            <a:endParaRPr b="1" dirty="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Tools </a:t>
            </a:r>
            <a:endParaRPr dirty="0"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5C0E227-1E62-01FF-44B8-52F1DDB5A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087675"/>
            <a:ext cx="4892202" cy="354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Evaluation</a:t>
            </a:r>
            <a:endParaRPr dirty="0"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Ragas Metrics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2164ADE-B1F7-650D-C642-3D3141FF1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8411"/>
            <a:ext cx="8832300" cy="31950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875856-2C56-7306-938C-3C506724B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Langsmith</a:t>
            </a:r>
            <a:r>
              <a:rPr lang="de-DE" dirty="0"/>
              <a:t> Tracing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3F5BAB-1A9C-61EB-C021-D7DF16FA1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ACC58F0-A494-923E-B1F4-A0E8F6EF6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7725"/>
            <a:ext cx="9144000" cy="365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115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de-DE" dirty="0" err="1"/>
              <a:t>Langsmith</a:t>
            </a:r>
            <a:r>
              <a:rPr lang="de-DE" dirty="0"/>
              <a:t> Tracing</a:t>
            </a:r>
            <a:endParaRPr dirty="0"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Wrap up the presentation with a cool slide, it can be a screenshot of your bot, something nice you did with it, whatever.</a:t>
            </a:r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E7D6452-F2BC-37C6-F0C6-6231A0A58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5" y="1760920"/>
            <a:ext cx="9144000" cy="42236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564137-D830-08EA-E3DC-04C94F93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Langsmith</a:t>
            </a:r>
            <a:r>
              <a:rPr lang="de-DE" dirty="0"/>
              <a:t> Tracing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DF855B-A1C6-B8AF-E8C5-5F19D8949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3230921-253A-4672-BFEB-CFCAD4DDA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473" y="1042323"/>
            <a:ext cx="9144000" cy="410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21948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Bildschirmpräsentation (16:9)</PresentationFormat>
  <Paragraphs>37</Paragraphs>
  <Slides>10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Neural Networks Q&amp;A Chatbot   </vt:lpstr>
      <vt:lpstr>Technical Summary</vt:lpstr>
      <vt:lpstr>Dataset preprocessing</vt:lpstr>
      <vt:lpstr>Q&amp;A Agent</vt:lpstr>
      <vt:lpstr>Q&amp;A Agent </vt:lpstr>
      <vt:lpstr>Tools </vt:lpstr>
      <vt:lpstr>Evaluation</vt:lpstr>
      <vt:lpstr>Langsmith Tracing</vt:lpstr>
      <vt:lpstr>Langsmith Tracing</vt:lpstr>
      <vt:lpstr>Langsmith Tracing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sohail hiraj</cp:lastModifiedBy>
  <cp:revision>8</cp:revision>
  <dcterms:modified xsi:type="dcterms:W3CDTF">2026-03-12T16:39:08Z</dcterms:modified>
</cp:coreProperties>
</file>