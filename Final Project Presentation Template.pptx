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8" r:id="rId3"/>
    <p:sldId id="259" r:id="rId4"/>
    <p:sldId id="268" r:id="rId5"/>
    <p:sldId id="260" r:id="rId6"/>
    <p:sldId id="261" r:id="rId7"/>
    <p:sldId id="262" r:id="rId8"/>
    <p:sldId id="265" r:id="rId9"/>
    <p:sldId id="266" r:id="rId10"/>
    <p:sldId id="263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0b29caa05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0b29caa05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0b29caa05f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0b29caa05f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0b29caa05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0b29caa05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0b29caa05f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0b29caa05f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0b29caa05f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0b29caa05f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12204f834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12204f834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‹Nr.›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630901" y="781525"/>
            <a:ext cx="78822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n-US" sz="4400" dirty="0"/>
              <a:t>Neural Networks Q&amp;A Chatbot</a:t>
            </a:r>
            <a:br>
              <a:rPr lang="en-US" sz="4400" dirty="0"/>
            </a:br>
            <a:br>
              <a:rPr lang="en-US" sz="4400" b="1" dirty="0"/>
            </a:br>
            <a:r>
              <a:rPr lang="en" dirty="0"/>
              <a:t>	</a:t>
            </a:r>
            <a:endParaRPr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Sohail Hiraj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de-DE" sz="2000" b="1" dirty="0"/>
              <a:t>AI </a:t>
            </a:r>
            <a:r>
              <a:rPr lang="de-DE" sz="2000" b="1" dirty="0" err="1"/>
              <a:t>stack</a:t>
            </a:r>
            <a:endParaRPr lang="de-DE" sz="2000" b="1" dirty="0"/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de-DE" sz="20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de-DE" sz="1600" dirty="0" err="1"/>
              <a:t>Pinecone</a:t>
            </a:r>
            <a:r>
              <a:rPr lang="de-DE" sz="1600" dirty="0"/>
              <a:t> Vector Store</a:t>
            </a:r>
          </a:p>
          <a:p>
            <a:r>
              <a:rPr lang="de-DE" sz="1600" dirty="0" err="1"/>
              <a:t>LangGraph</a:t>
            </a:r>
            <a:r>
              <a:rPr lang="de-DE" sz="1600" dirty="0"/>
              <a:t> Agent</a:t>
            </a:r>
          </a:p>
          <a:p>
            <a:r>
              <a:rPr lang="de-DE" sz="1600" dirty="0"/>
              <a:t>OpenAI LLM Model = gpt-4o-mini</a:t>
            </a:r>
          </a:p>
          <a:p>
            <a:r>
              <a:rPr lang="de-DE" sz="1600" dirty="0" err="1"/>
              <a:t>Ragas</a:t>
            </a:r>
            <a:r>
              <a:rPr lang="de-DE" sz="1600" dirty="0"/>
              <a:t> </a:t>
            </a:r>
            <a:r>
              <a:rPr lang="de-DE" sz="1600" dirty="0" err="1"/>
              <a:t>for</a:t>
            </a:r>
            <a:r>
              <a:rPr lang="de-DE" sz="1600" dirty="0"/>
              <a:t> </a:t>
            </a:r>
            <a:r>
              <a:rPr lang="de-DE" sz="1600" dirty="0" err="1"/>
              <a:t>evaluation</a:t>
            </a:r>
            <a:endParaRPr lang="de-DE" sz="1600" dirty="0"/>
          </a:p>
          <a:p>
            <a:r>
              <a:rPr lang="de-DE" sz="1600" dirty="0" err="1"/>
              <a:t>Langsmith</a:t>
            </a:r>
            <a:r>
              <a:rPr lang="de-DE" sz="1600" dirty="0"/>
              <a:t> Tracing</a:t>
            </a:r>
          </a:p>
          <a:p>
            <a:r>
              <a:rPr lang="de-DE" sz="1600" dirty="0" err="1"/>
              <a:t>Gradio</a:t>
            </a:r>
            <a:r>
              <a:rPr lang="de-DE" sz="1600" dirty="0"/>
              <a:t> </a:t>
            </a:r>
            <a:r>
              <a:rPr lang="de-DE" sz="1600" dirty="0" err="1"/>
              <a:t>for</a:t>
            </a:r>
            <a:r>
              <a:rPr lang="de-DE" sz="1600" dirty="0"/>
              <a:t> </a:t>
            </a:r>
            <a:r>
              <a:rPr lang="de-DE" sz="1600" dirty="0" err="1"/>
              <a:t>Deployment</a:t>
            </a:r>
            <a:r>
              <a:rPr lang="de-DE" sz="1600" dirty="0"/>
              <a:t> </a:t>
            </a:r>
          </a:p>
          <a:p>
            <a:endParaRPr lang="de-DE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de-DE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Technical Summary</a:t>
            </a:r>
            <a:endParaRPr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A1F621-A818-49D3-63F8-4E00227CC2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463" y="37638"/>
            <a:ext cx="4906537" cy="564607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Dataset preprocessing</a:t>
            </a:r>
            <a:endParaRPr dirty="0"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de-DE" dirty="0" err="1"/>
              <a:t>youtube</a:t>
            </a:r>
            <a:r>
              <a:rPr lang="de-DE" dirty="0"/>
              <a:t> </a:t>
            </a:r>
            <a:r>
              <a:rPr lang="de-DE" dirty="0" err="1"/>
              <a:t>videos</a:t>
            </a:r>
            <a:r>
              <a:rPr lang="de-DE" dirty="0"/>
              <a:t> relevant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neural</a:t>
            </a:r>
            <a:r>
              <a:rPr lang="de-DE" dirty="0"/>
              <a:t> network</a:t>
            </a:r>
            <a:endParaRPr dirty="0"/>
          </a:p>
          <a:p>
            <a:pPr lvl="0"/>
            <a:r>
              <a:rPr lang="de-DE" dirty="0" err="1"/>
              <a:t>yt_dlp</a:t>
            </a:r>
            <a:r>
              <a:rPr lang="de-DE" dirty="0"/>
              <a:t> Library and </a:t>
            </a:r>
            <a:r>
              <a:rPr lang="de-DE" dirty="0" err="1"/>
              <a:t>WebVTT-py</a:t>
            </a:r>
            <a:r>
              <a:rPr lang="de-DE" dirty="0"/>
              <a:t> </a:t>
            </a:r>
            <a:r>
              <a:rPr lang="de-DE" dirty="0" err="1"/>
              <a:t>python</a:t>
            </a:r>
            <a:r>
              <a:rPr lang="de-DE" dirty="0"/>
              <a:t> </a:t>
            </a:r>
            <a:r>
              <a:rPr lang="de-DE" dirty="0" err="1"/>
              <a:t>module</a:t>
            </a:r>
            <a:endParaRPr lang="de-DE" dirty="0"/>
          </a:p>
          <a:p>
            <a:pPr lvl="0"/>
            <a:r>
              <a:rPr lang="de-DE" dirty="0" err="1"/>
              <a:t>Cleaning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subtitles</a:t>
            </a:r>
            <a:r>
              <a:rPr lang="de-DE" dirty="0"/>
              <a:t>, </a:t>
            </a:r>
            <a:r>
              <a:rPr lang="de-DE" dirty="0" err="1"/>
              <a:t>Removing</a:t>
            </a:r>
            <a:r>
              <a:rPr lang="de-DE" dirty="0"/>
              <a:t> </a:t>
            </a:r>
            <a:r>
              <a:rPr lang="de-DE" dirty="0" err="1"/>
              <a:t>noise</a:t>
            </a:r>
            <a:r>
              <a:rPr lang="de-DE" dirty="0"/>
              <a:t>, </a:t>
            </a:r>
            <a:r>
              <a:rPr lang="de-DE" dirty="0" err="1"/>
              <a:t>extras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duplicate</a:t>
            </a:r>
            <a:r>
              <a:rPr lang="de-DE" dirty="0"/>
              <a:t> </a:t>
            </a:r>
            <a:r>
              <a:rPr lang="de-DE" dirty="0" err="1"/>
              <a:t>sentences</a:t>
            </a:r>
            <a:endParaRPr dirty="0"/>
          </a:p>
          <a:p>
            <a:r>
              <a:rPr lang="de-DE" dirty="0" err="1"/>
              <a:t>RecursiveCharacterTextSplitter</a:t>
            </a:r>
            <a:endParaRPr lang="de-DE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1F4823-BB12-170C-51FA-622BAC811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" dirty="0"/>
              <a:t>Q&amp;A Agent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316A20C-8C1A-022F-7113-E17FD2654E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General </a:t>
            </a:r>
            <a:r>
              <a:rPr lang="de-DE" dirty="0" err="1"/>
              <a:t>architecture</a:t>
            </a:r>
            <a:r>
              <a:rPr lang="de-DE" dirty="0"/>
              <a:t>                     </a:t>
            </a:r>
          </a:p>
          <a:p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9E88D073-EFE0-5426-E314-58905CF4E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010" y="1545549"/>
            <a:ext cx="8697951" cy="3256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7982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Q&amp;A Agent </a:t>
            </a:r>
            <a:endParaRPr dirty="0"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000" b="1" dirty="0">
                <a:solidFill>
                  <a:schemeClr val="tx1"/>
                </a:solidFill>
              </a:rPr>
              <a:t>Memory</a:t>
            </a:r>
          </a:p>
          <a:p>
            <a:pPr lvl="0"/>
            <a:r>
              <a:rPr lang="de-DE" sz="1600" dirty="0" err="1"/>
              <a:t>MemorySaver</a:t>
            </a:r>
            <a:r>
              <a:rPr lang="de-DE" sz="1600" dirty="0"/>
              <a:t> </a:t>
            </a:r>
          </a:p>
          <a:p>
            <a:pPr lvl="0"/>
            <a:r>
              <a:rPr lang="en-US" sz="1600" b="1" dirty="0" err="1"/>
              <a:t>MemorySaver</a:t>
            </a:r>
            <a:r>
              <a:rPr lang="en-US" sz="1600" dirty="0"/>
              <a:t> is a built-in </a:t>
            </a:r>
            <a:r>
              <a:rPr lang="en-US" sz="1600" dirty="0" err="1"/>
              <a:t>LangGraph</a:t>
            </a:r>
            <a:r>
              <a:rPr lang="en-US" sz="1600" dirty="0"/>
              <a:t> class that stores your entire conversation history </a:t>
            </a:r>
            <a:r>
              <a:rPr lang="en-US" sz="1600" b="1" dirty="0"/>
              <a:t>inside your computer's RAM</a:t>
            </a:r>
            <a:r>
              <a:rPr lang="en-US" sz="1600" dirty="0"/>
              <a:t> (memory) so the agent can remember previous messages</a:t>
            </a:r>
            <a:endParaRPr lang="de-DE" sz="1600" dirty="0"/>
          </a:p>
          <a:p>
            <a:pPr lvl="0">
              <a:buClr>
                <a:srgbClr val="38761D"/>
              </a:buClr>
            </a:pPr>
            <a:endParaRPr lang="de-DE" sz="1600" dirty="0"/>
          </a:p>
          <a:p>
            <a:r>
              <a:rPr lang="en-US" sz="2200" dirty="0" err="1"/>
              <a:t>PromptTemplate</a:t>
            </a:r>
            <a:endParaRPr lang="en-US" sz="2200" dirty="0"/>
          </a:p>
          <a:p>
            <a:r>
              <a:rPr lang="en-US" sz="1700" dirty="0"/>
              <a:t>You are a helpful AI assistant that answers questions about neural networks "</a:t>
            </a:r>
          </a:p>
          <a:p>
            <a:r>
              <a:rPr lang="en-US" sz="1700" dirty="0"/>
              <a:t>using the </a:t>
            </a:r>
            <a:r>
              <a:rPr lang="en-US" sz="1700" dirty="0" err="1"/>
              <a:t>rag_search</a:t>
            </a:r>
            <a:r>
              <a:rPr lang="en-US" sz="1700" dirty="0"/>
              <a:t> tool. Always use the tool to find answers. "</a:t>
            </a:r>
          </a:p>
          <a:p>
            <a:r>
              <a:rPr lang="en-US" sz="1700" dirty="0"/>
              <a:t> Remember the conversation history and refer to previous answers when relevant.</a:t>
            </a:r>
          </a:p>
          <a:p>
            <a:endParaRPr lang="de-DE" dirty="0"/>
          </a:p>
          <a:p>
            <a:endParaRPr lang="fr-FR" dirty="0"/>
          </a:p>
          <a:p>
            <a:endParaRPr lang="en-US" dirty="0"/>
          </a:p>
          <a:p>
            <a:pPr marL="114300" indent="0">
              <a:buNone/>
            </a:pPr>
            <a:endParaRPr lang="en-US" dirty="0"/>
          </a:p>
          <a:p>
            <a:pPr lvl="0">
              <a:buClr>
                <a:srgbClr val="38761D"/>
              </a:buClr>
            </a:pPr>
            <a:endParaRPr b="1" dirty="0">
              <a:solidFill>
                <a:srgbClr val="38761D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Tools </a:t>
            </a:r>
            <a:endParaRPr dirty="0"/>
          </a:p>
        </p:txBody>
      </p:sp>
      <p:sp>
        <p:nvSpPr>
          <p:cNvPr id="86" name="Google Shape;86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5C0E227-1E62-01FF-44B8-52F1DDB5AB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087675"/>
            <a:ext cx="4892202" cy="354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Evaluation</a:t>
            </a:r>
            <a:endParaRPr dirty="0"/>
          </a:p>
        </p:txBody>
      </p:sp>
      <p:sp>
        <p:nvSpPr>
          <p:cNvPr id="92" name="Google Shape;92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Ragas Metrics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164ADE-B1F7-650D-C642-3D3141FF1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44333"/>
            <a:ext cx="8832300" cy="319508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564137-D830-08EA-E3DC-04C94F931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Langsmith</a:t>
            </a:r>
            <a:r>
              <a:rPr lang="de-DE" dirty="0"/>
              <a:t> Tracing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6DF855B-A1C6-B8AF-E8C5-5F19D89498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3230921-253A-4672-BFEB-CFCAD4DDA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9473" y="1042323"/>
            <a:ext cx="9144000" cy="410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2194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875856-2C56-7306-938C-3C506724B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Langsmith</a:t>
            </a:r>
            <a:r>
              <a:rPr lang="de-DE" dirty="0"/>
              <a:t> Tracing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33F5BAB-1A9C-61EB-C021-D7DF16FA1D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ACC58F0-A494-923E-B1F4-A0E8F6EF6A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17725"/>
            <a:ext cx="9144000" cy="3652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1155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de-DE" dirty="0" err="1"/>
              <a:t>Langsmith</a:t>
            </a:r>
            <a:r>
              <a:rPr lang="de-DE" dirty="0"/>
              <a:t> Tracing</a:t>
            </a:r>
            <a:endParaRPr dirty="0"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E7D6452-F2BC-37C6-F0C6-6231A0A58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52475"/>
            <a:ext cx="8980450" cy="39717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152</Words>
  <Application>Microsoft Office PowerPoint</Application>
  <PresentationFormat>Bildschirmpräsentation (16:9)</PresentationFormat>
  <Paragraphs>37</Paragraphs>
  <Slides>10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2" baseType="lpstr">
      <vt:lpstr>Arial</vt:lpstr>
      <vt:lpstr>Simple Light</vt:lpstr>
      <vt:lpstr>Neural Networks Q&amp;A Chatbot   </vt:lpstr>
      <vt:lpstr>Technical Summary</vt:lpstr>
      <vt:lpstr>Dataset preprocessing</vt:lpstr>
      <vt:lpstr>Q&amp;A Agent</vt:lpstr>
      <vt:lpstr>Q&amp;A Agent </vt:lpstr>
      <vt:lpstr>Tools </vt:lpstr>
      <vt:lpstr>Evaluation</vt:lpstr>
      <vt:lpstr>Langsmith Tracing</vt:lpstr>
      <vt:lpstr>Langsmith Tracing</vt:lpstr>
      <vt:lpstr>Langsmith Tracing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sohail hiraj</cp:lastModifiedBy>
  <cp:revision>13</cp:revision>
  <dcterms:modified xsi:type="dcterms:W3CDTF">2026-03-13T10:04:22Z</dcterms:modified>
</cp:coreProperties>
</file>